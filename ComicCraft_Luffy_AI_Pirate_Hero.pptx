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ComicCraft 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Luffy – The AI Pirate Hero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Luffy and the Future AI Treasure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🏴‍☠️  An Anime-Style Adventure Comic  ⚓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ComicCraft • AI Comic Story Creator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Dream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Luffy dreamed of becoming the greatest pirate in the world. He sailed across the seas with his crew, searching for legendary treasures.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Grok Imagine • Anime Style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ComicCraft • AI Comic Story Creator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Mysterious Island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day, the Straw Hat Pirates discovered a hidden island filled with ancient technology. At its center was a glowing AI crystal.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Grok Imagine • Anime Style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ComicCraft • AI Comic Story Creator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Power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Luffy touched the crystal, it merged with him and granted him incredible AI abilities. He could instantly analyze maps, predict enemy moves, and solve complex problems.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Grok Imagine • Anime Style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ComicCraft • AI Comic Story Creator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Threat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powerful pirate called Iron Skull wanted to use the AI crystal to control all the oceans. He attacked the island and captured the crystal's energy source.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Grok Imagine • Anime Style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ComicCraft • AI Comic Story Creator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Battle Begins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Luffy and his crew fought bravely. Using his new AI powers and Gum-Gum abilities, Luffy outsmarted Iron Skull's army.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Grok Imagine • Anime Style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ComicCraft • AI Comic Story Creator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Showdown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 epic battle, Luffy combined his Gear powers with AI intelligence. He discovered Iron Skull's weakness and defeated him.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Grok Imagine • Anime Style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ComicCraft • AI Comic Story Creator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the Seas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crystal was protected, and peace returned to the oceans. The island's people thanked Luffy and his crew.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Grok Imagine • Anime Style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ComicCraft • AI Comic Story Creator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Adventure Continues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smile on his face, Luffy set sail once again, chasing his dream and searching for the greatest treasure in the world.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End. 🏴‍☠️⚓🌊✨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with Grok Imagine • Anime Style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ComicCraft – AI Comic Story Creator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Grok Imagine for panel images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Gemini-ready system prompts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own pirate AI adventures!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+ Narration included  •  8 Panels Ready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Luffy – The AI Pirate Hero | ComicCraft Story</dc:title>
  <dc:subject>PptxGenJS Presentation</dc:subject>
  <dc:creator>ComicCraft AI</dc:creator>
  <cp:lastModifiedBy>ComicCraft AI</cp:lastModifiedBy>
  <cp:revision>1</cp:revision>
  <dcterms:created xsi:type="dcterms:W3CDTF">2026-09-26T06:53:00Z</dcterms:created>
  <dcterms:modified xsi:type="dcterms:W3CDTF">2026-09-26T06:53:00Z</dcterms:modified>
</cp:coreProperties>
</file>